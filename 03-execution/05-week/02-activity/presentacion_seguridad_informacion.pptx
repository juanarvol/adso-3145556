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de la Información, ISO 27001 y COBIT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Actividad Formativa – Seguridad de la Información</a:t>
            </a:r>
          </a:p>
          <a:p>
            <a:r>
              <a:t>Fecha: 09/03/2026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cuenta de usuario quedó abierta</a:t>
            </a:r>
          </a:p>
          <a:p>
            <a:r>
              <a:t>Un tercero realizó acciones en el repositorio</a:t>
            </a:r>
          </a:p>
          <a:p>
            <a:r>
              <a:t>Las acciones quedan registradas en la cuenta autenticada</a:t>
            </a:r>
          </a:p>
          <a:p>
            <a:r>
              <a:t>Riesgo: manipulación o suplantación de identidad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Seguridad de la Información?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Disciplina que protege datos y sistemas</a:t>
            </a:r>
          </a:p>
          <a:p>
            <a:r>
              <a:t>Busca evitar accesos no autorizados</a:t>
            </a:r>
          </a:p>
          <a:p>
            <a:r>
              <a:t>Previene pérdida, modificación o interrupción de información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Triada de Seguridad (CIA)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Confidencialidad: solo usuarios autorizados acceden</a:t>
            </a:r>
          </a:p>
          <a:p>
            <a:r>
              <a:t>Integridad: la información no se altera sin permiso</a:t>
            </a:r>
          </a:p>
          <a:p>
            <a:r>
              <a:t>Disponibilidad: los datos deben estar accesibles cuando se necesiten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ISO/IEC 27001?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Estándar internacional de seguridad de la información</a:t>
            </a:r>
          </a:p>
          <a:p>
            <a:r>
              <a:t>Define cómo implementar un SGSI</a:t>
            </a:r>
          </a:p>
          <a:p>
            <a:r>
              <a:t>Ayuda a proteger información y gestionar riesgos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de Seguridad de la Información (SGSI)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Marco para gestionar seguridad de forma organizada</a:t>
            </a:r>
          </a:p>
          <a:p>
            <a:r>
              <a:t>Permite identificar riesgos</a:t>
            </a:r>
          </a:p>
          <a:p>
            <a:r>
              <a:t>Implementar controles de seguridad</a:t>
            </a:r>
          </a:p>
          <a:p>
            <a:r>
              <a:t>Mejorar continuamente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PDCA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Plan: identificar riesgos</a:t>
            </a:r>
          </a:p>
          <a:p>
            <a:r>
              <a:t>Do: implementar controles</a:t>
            </a:r>
          </a:p>
          <a:p>
            <a:r>
              <a:t>Check: verificar resultados</a:t>
            </a:r>
          </a:p>
          <a:p>
            <a:r>
              <a:t>Act: mejorar continuamente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amenazas</a:t>
            </a:r>
          </a:p>
          <a:p>
            <a:r>
              <a:t>Analizar impacto y probabilidad</a:t>
            </a:r>
          </a:p>
          <a:p>
            <a:r>
              <a:t>Aplicar controles para reducir riesgos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Controles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de acceso</a:t>
            </a:r>
          </a:p>
          <a:p>
            <a:r>
              <a:t>Gestión de usuarios y permisos</a:t>
            </a:r>
          </a:p>
          <a:p>
            <a:r>
              <a:t>Registro de actividades</a:t>
            </a:r>
          </a:p>
          <a:p>
            <a:r>
              <a:t>Protección de información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Métodos: contraseña, biometría, token</a:t>
            </a:r>
          </a:p>
          <a:p>
            <a:r>
              <a:t>Autenticación multifactor (MFA)</a:t>
            </a:r>
          </a:p>
          <a:p>
            <a:r>
              <a:t>Combina varios factores para mayor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COBIT 5?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para gobierno y gestión de TI</a:t>
            </a:r>
          </a:p>
          <a:p>
            <a:r>
              <a:t>Permite alinear tecnología con objetivos de negocio</a:t>
            </a:r>
          </a:p>
          <a:p>
            <a:r>
              <a:t>Desarrollado por ISACA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COBIT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Optimizar recursos de TI</a:t>
            </a:r>
          </a:p>
          <a:p>
            <a:r>
              <a:t>Gestionar riesgos tecnológicos</a:t>
            </a:r>
          </a:p>
          <a:p>
            <a:r>
              <a:t>Mejorar procesos de 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 COBIT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Satisfacer necesidades de las partes interesadas</a:t>
            </a:r>
          </a:p>
          <a:p>
            <a:r>
              <a:t>Cubrir la empresa de extremo a extremo</a:t>
            </a:r>
          </a:p>
          <a:p>
            <a:r>
              <a:t>Marco integrado</a:t>
            </a:r>
          </a:p>
          <a:p>
            <a:r>
              <a:t>Enfoque holístico</a:t>
            </a:r>
          </a:p>
          <a:p>
            <a:r>
              <a:t>Separar gobierno y gestión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Gobierno vs Gestión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Gobierno: define estrategia y políticas</a:t>
            </a:r>
          </a:p>
          <a:p>
            <a:r>
              <a:t>Gestión: ejecuta operaciones y procesos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entre COBIT e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27001: seguridad de la información</a:t>
            </a:r>
          </a:p>
          <a:p>
            <a:r>
              <a:t>COBIT: gobierno y control de TI</a:t>
            </a:r>
          </a:p>
          <a:p>
            <a:r>
              <a:t>Juntos mejoran la gestión tecnológica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Incidentes reales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Equifax (2017): filtración masiva de datos</a:t>
            </a:r>
          </a:p>
          <a:p>
            <a:r>
              <a:t>Uber (2016): acceso a credenciales</a:t>
            </a:r>
          </a:p>
          <a:p>
            <a:r>
              <a:t>Importancia de aplicar buenas prácticas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dejar sesiones abiertas</a:t>
            </a:r>
          </a:p>
          <a:p>
            <a:r>
              <a:t>Usar contraseñas seguras</a:t>
            </a:r>
          </a:p>
          <a:p>
            <a:r>
              <a:t>Activar MFA</a:t>
            </a:r>
          </a:p>
          <a:p>
            <a:r>
              <a:t>Bloquear el equipo al ausentarse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Otras 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compartir credenciales</a:t>
            </a:r>
          </a:p>
          <a:p>
            <a:r>
              <a:t>Usar gestores de contraseñas</a:t>
            </a:r>
          </a:p>
          <a:p>
            <a:r>
              <a:t>Aplicar principio de mínimo privilegio</a:t>
            </a:r>
          </a:p>
          <a:p>
            <a:r>
              <a:t>Realizar copias de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interactiva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¿Qué significa la triada CIA?</a:t>
            </a:r>
          </a:p>
          <a:p>
            <a:r>
              <a:t>¿Qué es un SGSI?</a:t>
            </a:r>
          </a:p>
          <a:p>
            <a:r>
              <a:t>¿Qué es COBIT?</a:t>
            </a:r>
          </a:p>
          <a:p>
            <a:r>
              <a:t>¿Qué es MFA?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seguridad de la información protege datos y sistemas</a:t>
            </a:r>
          </a:p>
          <a:p>
            <a:r>
              <a:t>ISO 27001 y COBIT ayudan a implementar buenas prácticas</a:t>
            </a:r>
          </a:p>
          <a:p>
            <a:r>
              <a:t>La gestión adecuada reduce riesgos y mejora la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